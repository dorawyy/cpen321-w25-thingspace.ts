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2" r:id="rId5"/>
    <p:sldId id="260" r:id="rId6"/>
    <p:sldId id="261" r:id="rId7"/>
  </p:sldIdLst>
  <p:sldSz cx="9144000" cy="5716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07" autoAdjust="0"/>
    <p:restoredTop sz="94658"/>
  </p:normalViewPr>
  <p:slideViewPr>
    <p:cSldViewPr snapToGrid="0">
      <p:cViewPr varScale="1">
        <p:scale>
          <a:sx n="96" d="100"/>
          <a:sy n="96" d="100"/>
        </p:scale>
        <p:origin x="10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57350" y="3721057"/>
            <a:ext cx="6858000" cy="1368288"/>
          </a:xfrm>
        </p:spPr>
        <p:txBody>
          <a:bodyPr wrap="none" anchor="t">
            <a:normAutofit/>
          </a:bodyPr>
          <a:lstStyle>
            <a:lvl1pPr algn="r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7349" y="3079502"/>
            <a:ext cx="6858000" cy="628529"/>
          </a:xfrm>
        </p:spPr>
        <p:txBody>
          <a:bodyPr anchor="b">
            <a:normAutofit/>
          </a:bodyPr>
          <a:lstStyle>
            <a:lvl1pPr marL="0" indent="0" algn="r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62019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0687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640899" y="3721057"/>
            <a:ext cx="6858000" cy="1368288"/>
          </a:xfrm>
        </p:spPr>
        <p:txBody>
          <a:bodyPr wrap="none" anchor="t">
            <a:normAutofit/>
          </a:bodyPr>
          <a:lstStyle>
            <a:lvl1pPr algn="l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640899" y="3078917"/>
            <a:ext cx="6858000" cy="628529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483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0000" y="1521777"/>
            <a:ext cx="3768912" cy="3627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39880" y="1521777"/>
            <a:ext cx="3775470" cy="3627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791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401359"/>
            <a:ext cx="3768912" cy="686784"/>
          </a:xfrm>
        </p:spPr>
        <p:txBody>
          <a:bodyPr anchor="b"/>
          <a:lstStyle>
            <a:lvl1pPr marL="0" indent="0">
              <a:buNone/>
              <a:defRPr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000" y="2088143"/>
            <a:ext cx="3768912" cy="3071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39880" y="1401359"/>
            <a:ext cx="3776661" cy="6867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39880" y="2088143"/>
            <a:ext cx="3776661" cy="3071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58336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09818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488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106"/>
            <a:ext cx="2949178" cy="13338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3083"/>
            <a:ext cx="4629150" cy="40624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1714976"/>
            <a:ext cx="2739019" cy="3177206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28049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106"/>
            <a:ext cx="2949178" cy="13338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3083"/>
            <a:ext cx="4629150" cy="4062483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1714976"/>
            <a:ext cx="2739019" cy="3177206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31846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40311"/>
            <a:ext cx="7886700" cy="68298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841" y="823083"/>
            <a:ext cx="7886700" cy="2817228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323297"/>
            <a:ext cx="7885509" cy="568885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203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355"/>
            <a:ext cx="7886700" cy="2946105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3742206"/>
            <a:ext cx="7885509" cy="125186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066119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304355"/>
            <a:ext cx="6977064" cy="2494780"/>
          </a:xfrm>
        </p:spPr>
        <p:txBody>
          <a:bodyPr anchor="ctr"/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805410"/>
            <a:ext cx="6564224" cy="45760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8650" y="3752483"/>
            <a:ext cx="7884318" cy="12415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  <p:sp>
        <p:nvSpPr>
          <p:cNvPr id="9" name="TextBox 8"/>
          <p:cNvSpPr txBox="1"/>
          <p:nvPr/>
        </p:nvSpPr>
        <p:spPr>
          <a:xfrm>
            <a:off x="833283" y="655869"/>
            <a:ext cx="457200" cy="487449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8359" y="2286635"/>
            <a:ext cx="457200" cy="487449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455278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939679"/>
            <a:ext cx="7886700" cy="2093777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043274"/>
            <a:ext cx="7885509" cy="95080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204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002961" y="1572062"/>
            <a:ext cx="2210150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017598" y="2143721"/>
            <a:ext cx="2195513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40996" y="1572062"/>
            <a:ext cx="2202181" cy="48035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33081" y="2143721"/>
            <a:ext cx="2210096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71777" y="1572062"/>
            <a:ext cx="2199085" cy="48035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71777" y="2143721"/>
            <a:ext cx="2199085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42300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99064" y="3582247"/>
            <a:ext cx="2205038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99064" y="1880817"/>
            <a:ext cx="2205038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99064" y="4062600"/>
            <a:ext cx="2205038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748" y="3582247"/>
            <a:ext cx="2197894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880817"/>
            <a:ext cx="2197894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5733" y="4062599"/>
            <a:ext cx="2200805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53242" y="3582247"/>
            <a:ext cx="2199085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53241" y="1880817"/>
            <a:ext cx="2199085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53148" y="4062597"/>
            <a:ext cx="2201998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075779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06635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355"/>
            <a:ext cx="1971675" cy="48445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355"/>
            <a:ext cx="5800725" cy="48445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6625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521777"/>
            <a:ext cx="7675350" cy="36271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8431"/>
            <a:ext cx="20574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D17C0673-4D49-4E82-8C72-D8AA60F272CB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8431"/>
            <a:ext cx="30861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8431"/>
            <a:ext cx="20574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1464641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6CAE1-BCC7-DD9D-B738-5501627B5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46300"/>
            <a:ext cx="6858000" cy="1368288"/>
          </a:xfrm>
        </p:spPr>
        <p:txBody>
          <a:bodyPr/>
          <a:lstStyle/>
          <a:p>
            <a:pPr algn="ctr"/>
            <a:r>
              <a:rPr lang="en-IE" b="1" dirty="0" err="1"/>
              <a:t>ThingSpace.ts</a:t>
            </a:r>
            <a:endParaRPr lang="pl-PL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5D3355-14BE-5A87-D1F1-211823936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1640" y="2858294"/>
            <a:ext cx="6858000" cy="1368287"/>
          </a:xfrm>
        </p:spPr>
        <p:txBody>
          <a:bodyPr>
            <a:normAutofit lnSpcReduction="10000"/>
          </a:bodyPr>
          <a:lstStyle/>
          <a:p>
            <a:pPr algn="ctr"/>
            <a:r>
              <a:rPr lang="en-IE" i="1" dirty="0"/>
              <a:t>Marek Gryszka</a:t>
            </a:r>
            <a:br>
              <a:rPr lang="en-IE" i="1" dirty="0"/>
            </a:br>
            <a:r>
              <a:rPr lang="en-IE" i="1" dirty="0"/>
              <a:t>Andrew Wang</a:t>
            </a:r>
            <a:br>
              <a:rPr lang="en-IE" i="1" dirty="0"/>
            </a:br>
            <a:r>
              <a:rPr lang="en-IE" i="1" dirty="0"/>
              <a:t>Jeffery Yu</a:t>
            </a:r>
            <a:br>
              <a:rPr lang="en-IE" i="1" dirty="0"/>
            </a:br>
            <a:r>
              <a:rPr lang="en-IE" i="1" dirty="0"/>
              <a:t>Minori </a:t>
            </a:r>
            <a:r>
              <a:rPr lang="en-IE" i="1" dirty="0" err="1"/>
              <a:t>Poedjokerto</a:t>
            </a:r>
            <a:endParaRPr lang="pl-PL" i="1" dirty="0"/>
          </a:p>
        </p:txBody>
      </p:sp>
    </p:spTree>
    <p:extLst>
      <p:ext uri="{BB962C8B-B14F-4D97-AF65-F5344CB8AC3E}">
        <p14:creationId xmlns:p14="http://schemas.microsoft.com/office/powerpoint/2010/main" val="487827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55DF-ACD8-4D38-420E-DB7D99A3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High-level Idea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FC95E-A199-64DA-23B6-778095F1C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Overview</a:t>
            </a:r>
          </a:p>
          <a:p>
            <a:pPr lvl="1"/>
            <a:r>
              <a:rPr lang="pl-PL" dirty="0" err="1"/>
              <a:t>Note</a:t>
            </a:r>
            <a:r>
              <a:rPr lang="pl-PL" dirty="0"/>
              <a:t> </a:t>
            </a:r>
            <a:r>
              <a:rPr lang="pl-PL" dirty="0" err="1"/>
              <a:t>storage</a:t>
            </a:r>
            <a:r>
              <a:rPr lang="pl-PL" dirty="0"/>
              <a:t> and smart </a:t>
            </a:r>
            <a:r>
              <a:rPr lang="pl-PL" dirty="0" err="1"/>
              <a:t>retrieval</a:t>
            </a:r>
            <a:r>
              <a:rPr lang="pl-PL" dirty="0"/>
              <a:t> </a:t>
            </a:r>
            <a:r>
              <a:rPr lang="pl-PL" dirty="0" err="1"/>
              <a:t>app</a:t>
            </a:r>
            <a:endParaRPr lang="pl-PL" dirty="0"/>
          </a:p>
          <a:p>
            <a:pPr lvl="2"/>
            <a:r>
              <a:rPr lang="pl-PL" dirty="0"/>
              <a:t>Ex. </a:t>
            </a:r>
            <a:r>
              <a:rPr lang="pl-PL" dirty="0" err="1"/>
              <a:t>Location</a:t>
            </a:r>
            <a:r>
              <a:rPr lang="pl-PL" dirty="0"/>
              <a:t> of </a:t>
            </a:r>
            <a:r>
              <a:rPr lang="pl-PL" dirty="0" err="1"/>
              <a:t>toilet</a:t>
            </a:r>
            <a:r>
              <a:rPr lang="pl-PL" dirty="0"/>
              <a:t> </a:t>
            </a:r>
            <a:r>
              <a:rPr lang="pl-PL" dirty="0" err="1"/>
              <a:t>paper</a:t>
            </a:r>
            <a:r>
              <a:rPr lang="pl-PL" dirty="0"/>
              <a:t>, </a:t>
            </a:r>
            <a:r>
              <a:rPr lang="pl-PL" dirty="0" err="1"/>
              <a:t>name</a:t>
            </a:r>
            <a:r>
              <a:rPr lang="pl-PL" dirty="0"/>
              <a:t> of </a:t>
            </a:r>
            <a:r>
              <a:rPr lang="pl-PL" dirty="0" err="1"/>
              <a:t>your</a:t>
            </a:r>
            <a:r>
              <a:rPr lang="pl-PL" dirty="0"/>
              <a:t> </a:t>
            </a:r>
            <a:r>
              <a:rPr lang="pl-PL" dirty="0" err="1"/>
              <a:t>optometrist</a:t>
            </a:r>
            <a:r>
              <a:rPr lang="pl-PL" dirty="0"/>
              <a:t>, and </a:t>
            </a:r>
            <a:r>
              <a:rPr lang="pl-PL" dirty="0" err="1"/>
              <a:t>due</a:t>
            </a:r>
            <a:r>
              <a:rPr lang="pl-PL" dirty="0"/>
              <a:t> </a:t>
            </a:r>
            <a:r>
              <a:rPr lang="pl-PL" dirty="0" err="1"/>
              <a:t>date</a:t>
            </a:r>
            <a:r>
              <a:rPr lang="pl-PL" dirty="0"/>
              <a:t> of CPEN 321 M3 </a:t>
            </a:r>
          </a:p>
          <a:p>
            <a:pPr lvl="1"/>
            <a:r>
              <a:rPr lang="pl-PL" dirty="0" err="1"/>
              <a:t>Interact</a:t>
            </a:r>
            <a:r>
              <a:rPr lang="pl-PL" dirty="0"/>
              <a:t> with </a:t>
            </a:r>
            <a:r>
              <a:rPr lang="pl-PL" dirty="0" err="1"/>
              <a:t>others</a:t>
            </a:r>
            <a:r>
              <a:rPr lang="pl-PL" dirty="0"/>
              <a:t> </a:t>
            </a:r>
            <a:r>
              <a:rPr lang="pl-PL" dirty="0" err="1"/>
              <a:t>through</a:t>
            </a:r>
            <a:r>
              <a:rPr lang="pl-PL" dirty="0"/>
              <a:t> </a:t>
            </a:r>
            <a:r>
              <a:rPr lang="pl-PL" dirty="0" err="1"/>
              <a:t>Workspaces</a:t>
            </a:r>
            <a:r>
              <a:rPr lang="pl-PL" dirty="0"/>
              <a:t> </a:t>
            </a:r>
          </a:p>
          <a:p>
            <a:pPr lvl="2"/>
            <a:r>
              <a:rPr lang="pl-PL" dirty="0" err="1"/>
              <a:t>Share</a:t>
            </a:r>
            <a:r>
              <a:rPr lang="pl-PL" dirty="0"/>
              <a:t> notes! </a:t>
            </a:r>
          </a:p>
          <a:p>
            <a:pPr lvl="1"/>
            <a:r>
              <a:rPr lang="pl-PL" dirty="0" err="1"/>
              <a:t>Customize</a:t>
            </a:r>
            <a:r>
              <a:rPr lang="pl-PL" dirty="0"/>
              <a:t> notes with </a:t>
            </a:r>
            <a:r>
              <a:rPr lang="pl-PL" dirty="0" err="1"/>
              <a:t>templates</a:t>
            </a:r>
            <a:endParaRPr lang="pl-PL" dirty="0"/>
          </a:p>
          <a:p>
            <a:pPr lvl="1"/>
            <a:endParaRPr lang="pl-PL" dirty="0"/>
          </a:p>
          <a:p>
            <a:r>
              <a:rPr lang="pl-PL" dirty="0"/>
              <a:t>Target </a:t>
            </a:r>
            <a:r>
              <a:rPr lang="pl-PL" dirty="0" err="1"/>
              <a:t>Audience</a:t>
            </a:r>
            <a:endParaRPr lang="pl-PL" dirty="0"/>
          </a:p>
          <a:p>
            <a:pPr lvl="1"/>
            <a:r>
              <a:rPr lang="pl-PL" dirty="0"/>
              <a:t>General public – </a:t>
            </a:r>
            <a:r>
              <a:rPr lang="pl-PL" dirty="0" err="1"/>
              <a:t>anyone</a:t>
            </a:r>
            <a:r>
              <a:rPr lang="pl-PL" dirty="0"/>
              <a:t> </a:t>
            </a:r>
            <a:r>
              <a:rPr lang="pl-PL" dirty="0" err="1"/>
              <a:t>who</a:t>
            </a:r>
            <a:r>
              <a:rPr lang="pl-PL" dirty="0"/>
              <a:t> </a:t>
            </a:r>
            <a:r>
              <a:rPr lang="pl-PL" dirty="0" err="1"/>
              <a:t>needs</a:t>
            </a:r>
            <a:r>
              <a:rPr lang="pl-PL" dirty="0"/>
              <a:t> to </a:t>
            </a:r>
            <a:r>
              <a:rPr lang="pl-PL" dirty="0" err="1"/>
              <a:t>remember</a:t>
            </a:r>
            <a:r>
              <a:rPr lang="pl-PL" dirty="0"/>
              <a:t> </a:t>
            </a:r>
            <a:r>
              <a:rPr lang="pl-PL" dirty="0" err="1"/>
              <a:t>things</a:t>
            </a:r>
            <a:endParaRPr lang="pl-PL" dirty="0"/>
          </a:p>
          <a:p>
            <a:pPr lvl="1"/>
            <a:r>
              <a:rPr lang="pl-PL" dirty="0"/>
              <a:t>People </a:t>
            </a:r>
            <a:r>
              <a:rPr lang="pl-PL" dirty="0" err="1"/>
              <a:t>tired</a:t>
            </a:r>
            <a:r>
              <a:rPr lang="pl-PL" dirty="0"/>
              <a:t> of </a:t>
            </a:r>
            <a:r>
              <a:rPr lang="pl-PL" dirty="0" err="1"/>
              <a:t>digging</a:t>
            </a:r>
            <a:r>
              <a:rPr lang="pl-PL" dirty="0"/>
              <a:t> </a:t>
            </a:r>
            <a:r>
              <a:rPr lang="pl-PL" dirty="0" err="1"/>
              <a:t>through</a:t>
            </a:r>
            <a:r>
              <a:rPr lang="pl-PL" dirty="0"/>
              <a:t> </a:t>
            </a:r>
            <a:r>
              <a:rPr lang="pl-PL" dirty="0" err="1"/>
              <a:t>items</a:t>
            </a:r>
            <a:r>
              <a:rPr lang="pl-PL" dirty="0"/>
              <a:t> in </a:t>
            </a:r>
            <a:r>
              <a:rPr lang="pl-PL" dirty="0" err="1"/>
              <a:t>Notepad</a:t>
            </a:r>
            <a:r>
              <a:rPr lang="pl-P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1788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62C4B-3B94-53E4-D298-F0F03C9BA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Actors and Features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9CF15-71C3-7A9C-6668-C98D46094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b="1" dirty="0"/>
              <a:t>Actors: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User: the main actor who can perform operations on his own notes as well as share the notes with other users. Users can also join Workspaces.</a:t>
            </a:r>
          </a:p>
          <a:p>
            <a:pPr lvl="1"/>
            <a:r>
              <a:rPr lang="en-IE" dirty="0"/>
              <a:t>Workspace Member: A member of a workspace. These members can share notes, send messages, and invite people to their workspaces. </a:t>
            </a:r>
          </a:p>
          <a:p>
            <a:pPr lvl="1"/>
            <a:r>
              <a:rPr lang="en-IE" dirty="0"/>
              <a:t>Workspace Manager: A workspace owner who can perform editorial tasks inside their workspace.</a:t>
            </a:r>
          </a:p>
          <a:p>
            <a:r>
              <a:rPr lang="en-IE" b="1" dirty="0"/>
              <a:t>Central Features:</a:t>
            </a:r>
            <a:br>
              <a:rPr lang="en-IE" b="1" dirty="0"/>
            </a:br>
            <a:r>
              <a:rPr lang="en-IE" dirty="0"/>
              <a:t>- Note Management (CRUD + sharing)</a:t>
            </a:r>
            <a:br>
              <a:rPr lang="en-IE" dirty="0"/>
            </a:br>
            <a:r>
              <a:rPr lang="en-IE" dirty="0"/>
              <a:t>- Note Retrieval (Filtering + Synonymic Search)</a:t>
            </a:r>
            <a:br>
              <a:rPr lang="en-IE" dirty="0"/>
            </a:br>
            <a:r>
              <a:rPr lang="en-IE" dirty="0"/>
              <a:t>- Workspace Participation (Joining and Managing)</a:t>
            </a:r>
            <a:br>
              <a:rPr lang="en-IE" dirty="0"/>
            </a:br>
            <a:r>
              <a:rPr lang="en-IE" dirty="0"/>
              <a:t>- The selling point: Format Customization with Templates</a:t>
            </a:r>
          </a:p>
        </p:txBody>
      </p:sp>
    </p:spTree>
    <p:extLst>
      <p:ext uri="{BB962C8B-B14F-4D97-AF65-F5344CB8AC3E}">
        <p14:creationId xmlns:p14="http://schemas.microsoft.com/office/powerpoint/2010/main" val="1524271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FD779-D5ED-5F66-8F80-5920A01D7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669" y="-44561"/>
            <a:ext cx="7886700" cy="1104943"/>
          </a:xfrm>
        </p:spPr>
        <p:txBody>
          <a:bodyPr/>
          <a:lstStyle/>
          <a:p>
            <a:pPr algn="ctr"/>
            <a:r>
              <a:rPr lang="en-IE" dirty="0"/>
              <a:t>Use Case Diagram</a:t>
            </a:r>
            <a:endParaRPr lang="pl-PL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5DA5F45-ED64-2E69-39A1-217C06AC64ED}"/>
              </a:ext>
            </a:extLst>
          </p:cNvPr>
          <p:cNvSpPr/>
          <p:nvPr/>
        </p:nvSpPr>
        <p:spPr>
          <a:xfrm>
            <a:off x="5386890" y="1075752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up</a:t>
            </a:r>
            <a:endParaRPr lang="pl-PL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41DC878-0802-7022-7F7A-6EF8EA16417A}"/>
              </a:ext>
            </a:extLst>
          </p:cNvPr>
          <p:cNvSpPr/>
          <p:nvPr/>
        </p:nvSpPr>
        <p:spPr>
          <a:xfrm>
            <a:off x="5386890" y="1529537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in</a:t>
            </a:r>
            <a:endParaRPr lang="pl-PL" sz="1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8FE268-9EC9-AF6F-6339-4EDCFBF78927}"/>
              </a:ext>
            </a:extLst>
          </p:cNvPr>
          <p:cNvSpPr/>
          <p:nvPr/>
        </p:nvSpPr>
        <p:spPr>
          <a:xfrm>
            <a:off x="5386890" y="1945873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out</a:t>
            </a:r>
            <a:endParaRPr lang="pl-PL" sz="1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8B6028B-59AA-30A6-B78F-5FA23C2642C1}"/>
              </a:ext>
            </a:extLst>
          </p:cNvPr>
          <p:cNvSpPr/>
          <p:nvPr/>
        </p:nvSpPr>
        <p:spPr>
          <a:xfrm>
            <a:off x="5386890" y="2403606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Delete Account</a:t>
            </a:r>
            <a:endParaRPr lang="pl-PL" sz="12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0D94DD-F317-F194-3780-43028C4C9736}"/>
              </a:ext>
            </a:extLst>
          </p:cNvPr>
          <p:cNvSpPr/>
          <p:nvPr/>
        </p:nvSpPr>
        <p:spPr>
          <a:xfrm>
            <a:off x="5386890" y="2857391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Create Note</a:t>
            </a:r>
            <a:endParaRPr lang="pl-PL" sz="12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280C457-E9DB-7829-8A29-F3314283EFF5}"/>
              </a:ext>
            </a:extLst>
          </p:cNvPr>
          <p:cNvSpPr/>
          <p:nvPr/>
        </p:nvSpPr>
        <p:spPr>
          <a:xfrm>
            <a:off x="5395944" y="3239886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Update Note</a:t>
            </a:r>
            <a:endParaRPr lang="pl-PL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6D6D13E-6401-34B9-7CA4-7A42B7E7D538}"/>
              </a:ext>
            </a:extLst>
          </p:cNvPr>
          <p:cNvSpPr/>
          <p:nvPr/>
        </p:nvSpPr>
        <p:spPr>
          <a:xfrm>
            <a:off x="5355054" y="3954802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Share Note</a:t>
            </a:r>
            <a:endParaRPr lang="pl-PL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FD404DE-E221-10BF-E435-36BF8758F8C0}"/>
              </a:ext>
            </a:extLst>
          </p:cNvPr>
          <p:cNvSpPr/>
          <p:nvPr/>
        </p:nvSpPr>
        <p:spPr>
          <a:xfrm>
            <a:off x="5370972" y="4345057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Delete Note</a:t>
            </a:r>
            <a:endParaRPr lang="pl-PL" sz="12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2567CF-112C-AE5F-C7F1-D197E6005CA4}"/>
              </a:ext>
            </a:extLst>
          </p:cNvPr>
          <p:cNvSpPr/>
          <p:nvPr/>
        </p:nvSpPr>
        <p:spPr>
          <a:xfrm>
            <a:off x="5386890" y="4692011"/>
            <a:ext cx="1632166" cy="28184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Filter Notes</a:t>
            </a:r>
            <a:endParaRPr lang="pl-PL" sz="12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A76619B-4C75-CC37-9EDF-5AE7F9134F43}"/>
              </a:ext>
            </a:extLst>
          </p:cNvPr>
          <p:cNvSpPr/>
          <p:nvPr/>
        </p:nvSpPr>
        <p:spPr>
          <a:xfrm>
            <a:off x="5386890" y="5155536"/>
            <a:ext cx="1632166" cy="28184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000" dirty="0"/>
              <a:t>Synonymic Search</a:t>
            </a:r>
            <a:endParaRPr lang="pl-PL" sz="10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0099506-A882-1BDD-4576-0A7D434F984C}"/>
              </a:ext>
            </a:extLst>
          </p:cNvPr>
          <p:cNvSpPr/>
          <p:nvPr/>
        </p:nvSpPr>
        <p:spPr>
          <a:xfrm>
            <a:off x="1611315" y="934862"/>
            <a:ext cx="5791200" cy="458976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F16FBF-76D6-45A0-B088-C50565F0A936}"/>
              </a:ext>
            </a:extLst>
          </p:cNvPr>
          <p:cNvSpPr/>
          <p:nvPr/>
        </p:nvSpPr>
        <p:spPr>
          <a:xfrm>
            <a:off x="2125045" y="1075752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Create Note Template</a:t>
            </a:r>
            <a:endParaRPr lang="pl-PL" sz="14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8066D9-D43B-908C-8C30-31EF4F0513B7}"/>
              </a:ext>
            </a:extLst>
          </p:cNvPr>
          <p:cNvSpPr/>
          <p:nvPr/>
        </p:nvSpPr>
        <p:spPr>
          <a:xfrm>
            <a:off x="2125045" y="1529537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Update Note Template</a:t>
            </a:r>
            <a:endParaRPr lang="pl-PL" sz="14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3E25FB2-7E39-A07C-6C4E-13168121A2B3}"/>
              </a:ext>
            </a:extLst>
          </p:cNvPr>
          <p:cNvSpPr/>
          <p:nvPr/>
        </p:nvSpPr>
        <p:spPr>
          <a:xfrm>
            <a:off x="2125045" y="1945873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Delete Note Template</a:t>
            </a:r>
            <a:endParaRPr lang="pl-PL" sz="14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B46321-81A9-89C4-B0F0-0ED4325BEFEC}"/>
              </a:ext>
            </a:extLst>
          </p:cNvPr>
          <p:cNvSpPr/>
          <p:nvPr/>
        </p:nvSpPr>
        <p:spPr>
          <a:xfrm>
            <a:off x="2174891" y="4410163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Ban Users</a:t>
            </a:r>
            <a:endParaRPr lang="pl-PL" sz="140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86CB59-1548-D6D5-CA92-0B08504FF81C}"/>
              </a:ext>
            </a:extLst>
          </p:cNvPr>
          <p:cNvSpPr/>
          <p:nvPr/>
        </p:nvSpPr>
        <p:spPr>
          <a:xfrm>
            <a:off x="2125045" y="2409398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Create Workspace</a:t>
            </a:r>
            <a:endParaRPr lang="pl-PL" sz="14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2FF30D-D57C-F88B-0AE1-958AFF94CBDF}"/>
              </a:ext>
            </a:extLst>
          </p:cNvPr>
          <p:cNvSpPr/>
          <p:nvPr/>
        </p:nvSpPr>
        <p:spPr>
          <a:xfrm>
            <a:off x="2125045" y="3162909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Invite to workspace</a:t>
            </a:r>
            <a:endParaRPr lang="pl-PL" sz="14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2A44079-D817-510F-0992-52CDEC113E26}"/>
              </a:ext>
            </a:extLst>
          </p:cNvPr>
          <p:cNvSpPr/>
          <p:nvPr/>
        </p:nvSpPr>
        <p:spPr>
          <a:xfrm>
            <a:off x="2108376" y="3610667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Send Chat Message</a:t>
            </a:r>
            <a:endParaRPr lang="pl-PL" sz="1400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0F30DF2-88DF-40F9-3EFF-A8B7CB97E481}"/>
              </a:ext>
            </a:extLst>
          </p:cNvPr>
          <p:cNvSpPr/>
          <p:nvPr/>
        </p:nvSpPr>
        <p:spPr>
          <a:xfrm>
            <a:off x="2125045" y="4066178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Leave Workspace</a:t>
            </a:r>
            <a:endParaRPr lang="pl-PL" sz="140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807D4C9-9D6D-0EFE-186C-742DEDE684F6}"/>
              </a:ext>
            </a:extLst>
          </p:cNvPr>
          <p:cNvSpPr/>
          <p:nvPr/>
        </p:nvSpPr>
        <p:spPr>
          <a:xfrm>
            <a:off x="2108376" y="4762744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Update Workspace</a:t>
            </a:r>
            <a:endParaRPr lang="pl-PL" sz="14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E3BF12B-80C9-6D89-1C84-DBE553D00826}"/>
              </a:ext>
            </a:extLst>
          </p:cNvPr>
          <p:cNvSpPr/>
          <p:nvPr/>
        </p:nvSpPr>
        <p:spPr>
          <a:xfrm>
            <a:off x="2125045" y="5155536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Delete Workspace</a:t>
            </a:r>
            <a:endParaRPr lang="pl-PL" sz="1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7E658A2-A3F5-B1E3-1428-A94C7043BA50}"/>
              </a:ext>
            </a:extLst>
          </p:cNvPr>
          <p:cNvSpPr/>
          <p:nvPr/>
        </p:nvSpPr>
        <p:spPr>
          <a:xfrm>
            <a:off x="1113488" y="1547668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9CC7BA-778C-AB9F-A21C-38BEE69FC057}"/>
              </a:ext>
            </a:extLst>
          </p:cNvPr>
          <p:cNvCxnSpPr>
            <a:cxnSpLocks/>
            <a:stCxn id="25" idx="4"/>
          </p:cNvCxnSpPr>
          <p:nvPr/>
        </p:nvCxnSpPr>
        <p:spPr>
          <a:xfrm>
            <a:off x="1231475" y="1719605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5DB48F4-8C9E-1DA6-16C2-74D5ABB9C549}"/>
              </a:ext>
            </a:extLst>
          </p:cNvPr>
          <p:cNvCxnSpPr/>
          <p:nvPr/>
        </p:nvCxnSpPr>
        <p:spPr>
          <a:xfrm flipV="1">
            <a:off x="1113488" y="2304003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082CF7D-FA19-E10A-D626-7C4FC2E318C9}"/>
              </a:ext>
            </a:extLst>
          </p:cNvPr>
          <p:cNvCxnSpPr/>
          <p:nvPr/>
        </p:nvCxnSpPr>
        <p:spPr>
          <a:xfrm>
            <a:off x="1231475" y="2304003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0A2F11-C1D0-16EF-F390-B5DD6ED1690B}"/>
              </a:ext>
            </a:extLst>
          </p:cNvPr>
          <p:cNvCxnSpPr/>
          <p:nvPr/>
        </p:nvCxnSpPr>
        <p:spPr>
          <a:xfrm flipV="1">
            <a:off x="1113488" y="1900881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C1D0B7-DF6A-9A85-794D-13A488D8B928}"/>
              </a:ext>
            </a:extLst>
          </p:cNvPr>
          <p:cNvCxnSpPr/>
          <p:nvPr/>
        </p:nvCxnSpPr>
        <p:spPr>
          <a:xfrm>
            <a:off x="1231475" y="1900881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07A26BE-A4AE-D345-C997-4468C0079F05}"/>
              </a:ext>
            </a:extLst>
          </p:cNvPr>
          <p:cNvSpPr/>
          <p:nvPr/>
        </p:nvSpPr>
        <p:spPr>
          <a:xfrm>
            <a:off x="1178741" y="4618402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D779BD1-8B94-1E3D-CD59-6EBFE5B61AAC}"/>
              </a:ext>
            </a:extLst>
          </p:cNvPr>
          <p:cNvCxnSpPr>
            <a:cxnSpLocks/>
            <a:stCxn id="42" idx="4"/>
          </p:cNvCxnSpPr>
          <p:nvPr/>
        </p:nvCxnSpPr>
        <p:spPr>
          <a:xfrm>
            <a:off x="1296728" y="4790339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035F5D2-FD9A-73C6-489D-CA0A6D2E3D2A}"/>
              </a:ext>
            </a:extLst>
          </p:cNvPr>
          <p:cNvCxnSpPr/>
          <p:nvPr/>
        </p:nvCxnSpPr>
        <p:spPr>
          <a:xfrm flipV="1">
            <a:off x="1178741" y="5374737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C414CBD-03B8-742C-86A1-CD1CFE3EA78E}"/>
              </a:ext>
            </a:extLst>
          </p:cNvPr>
          <p:cNvCxnSpPr/>
          <p:nvPr/>
        </p:nvCxnSpPr>
        <p:spPr>
          <a:xfrm>
            <a:off x="1296728" y="5374737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1DC265B-26D3-EC14-E9EE-E06A97278D5B}"/>
              </a:ext>
            </a:extLst>
          </p:cNvPr>
          <p:cNvCxnSpPr/>
          <p:nvPr/>
        </p:nvCxnSpPr>
        <p:spPr>
          <a:xfrm flipV="1">
            <a:off x="1178741" y="4971615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60CEA0-2FBF-C65F-A364-0B26E09FD191}"/>
              </a:ext>
            </a:extLst>
          </p:cNvPr>
          <p:cNvCxnSpPr/>
          <p:nvPr/>
        </p:nvCxnSpPr>
        <p:spPr>
          <a:xfrm>
            <a:off x="1296728" y="4971615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2D2D7D-B154-BE53-0921-6D300B27E44F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1296728" y="3544882"/>
            <a:ext cx="21288" cy="107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F843990-2AD8-4B82-F9DA-7FBB834911E8}"/>
              </a:ext>
            </a:extLst>
          </p:cNvPr>
          <p:cNvSpPr txBox="1"/>
          <p:nvPr/>
        </p:nvSpPr>
        <p:spPr>
          <a:xfrm>
            <a:off x="344129" y="1900881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User</a:t>
            </a:r>
            <a:endParaRPr lang="pl-PL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B1E03C-1592-897B-249D-24EF3466B146}"/>
              </a:ext>
            </a:extLst>
          </p:cNvPr>
          <p:cNvSpPr txBox="1"/>
          <p:nvPr/>
        </p:nvSpPr>
        <p:spPr>
          <a:xfrm>
            <a:off x="56862" y="5039089"/>
            <a:ext cx="128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Workspace </a:t>
            </a:r>
          </a:p>
          <a:p>
            <a:pPr algn="ctr"/>
            <a:r>
              <a:rPr lang="en-IE" dirty="0"/>
              <a:t>Manager</a:t>
            </a:r>
            <a:endParaRPr lang="pl-PL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C007FD-4FD8-D861-02D8-861FEC074D31}"/>
              </a:ext>
            </a:extLst>
          </p:cNvPr>
          <p:cNvSpPr txBox="1"/>
          <p:nvPr/>
        </p:nvSpPr>
        <p:spPr>
          <a:xfrm>
            <a:off x="7746245" y="248069"/>
            <a:ext cx="1397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Google OAuth</a:t>
            </a:r>
            <a:endParaRPr lang="pl-PL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7DE87C-90EF-0278-9282-82D03059B0DD}"/>
              </a:ext>
            </a:extLst>
          </p:cNvPr>
          <p:cNvSpPr txBox="1"/>
          <p:nvPr/>
        </p:nvSpPr>
        <p:spPr>
          <a:xfrm>
            <a:off x="4716984" y="888526"/>
            <a:ext cx="744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400" dirty="0">
                <a:solidFill>
                  <a:schemeClr val="tx2"/>
                </a:solidFill>
              </a:rPr>
              <a:t>System</a:t>
            </a:r>
            <a:endParaRPr lang="pl-PL" sz="1400" dirty="0">
              <a:solidFill>
                <a:schemeClr val="tx2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4268575-C359-6001-1083-D7D994B1BCDC}"/>
              </a:ext>
            </a:extLst>
          </p:cNvPr>
          <p:cNvCxnSpPr>
            <a:endCxn id="15" idx="2"/>
          </p:cNvCxnSpPr>
          <p:nvPr/>
        </p:nvCxnSpPr>
        <p:spPr>
          <a:xfrm flipV="1">
            <a:off x="1435510" y="1216676"/>
            <a:ext cx="689535" cy="784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06775BC-2F31-120B-FA6C-55C0E01CC125}"/>
              </a:ext>
            </a:extLst>
          </p:cNvPr>
          <p:cNvCxnSpPr>
            <a:endCxn id="16" idx="2"/>
          </p:cNvCxnSpPr>
          <p:nvPr/>
        </p:nvCxnSpPr>
        <p:spPr>
          <a:xfrm flipV="1">
            <a:off x="1465006" y="1670461"/>
            <a:ext cx="660039" cy="341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4F0EF8A-1144-91FC-C0A5-EFA3F85C990E}"/>
              </a:ext>
            </a:extLst>
          </p:cNvPr>
          <p:cNvCxnSpPr>
            <a:endCxn id="17" idx="2"/>
          </p:cNvCxnSpPr>
          <p:nvPr/>
        </p:nvCxnSpPr>
        <p:spPr>
          <a:xfrm>
            <a:off x="1435510" y="2001453"/>
            <a:ext cx="689535" cy="853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A1A71D7-589A-8B86-0847-41FC5C8052C8}"/>
              </a:ext>
            </a:extLst>
          </p:cNvPr>
          <p:cNvCxnSpPr>
            <a:endCxn id="19" idx="2"/>
          </p:cNvCxnSpPr>
          <p:nvPr/>
        </p:nvCxnSpPr>
        <p:spPr>
          <a:xfrm>
            <a:off x="1465006" y="2001453"/>
            <a:ext cx="660039" cy="548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AC906D3-E3AD-662F-268C-D7A3F098AF4C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1465006" y="4551087"/>
            <a:ext cx="709885" cy="261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423445F-4F13-063E-4A50-6E36D35F9DFA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1435510" y="4828987"/>
            <a:ext cx="672866" cy="746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B26FD2D-537F-60D7-E325-A1D6C5BFCED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1413894" y="4828987"/>
            <a:ext cx="711151" cy="467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3952B7-0AE0-F263-1655-F58A32365967}"/>
              </a:ext>
            </a:extLst>
          </p:cNvPr>
          <p:cNvSpPr/>
          <p:nvPr/>
        </p:nvSpPr>
        <p:spPr>
          <a:xfrm>
            <a:off x="1209368" y="845573"/>
            <a:ext cx="6339456" cy="4457243"/>
          </a:xfrm>
          <a:custGeom>
            <a:avLst/>
            <a:gdLst>
              <a:gd name="connsiteX0" fmla="*/ 29497 w 6341806"/>
              <a:gd name="connsiteY0" fmla="*/ 698091 h 4503174"/>
              <a:gd name="connsiteX1" fmla="*/ 0 w 6341806"/>
              <a:gd name="connsiteY1" fmla="*/ 29497 h 4503174"/>
              <a:gd name="connsiteX2" fmla="*/ 6341806 w 6341806"/>
              <a:gd name="connsiteY2" fmla="*/ 0 h 4503174"/>
              <a:gd name="connsiteX3" fmla="*/ 6312309 w 6341806"/>
              <a:gd name="connsiteY3" fmla="*/ 4503174 h 4503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1806" h="4503174">
                <a:moveTo>
                  <a:pt x="29497" y="698091"/>
                </a:moveTo>
                <a:lnTo>
                  <a:pt x="0" y="29497"/>
                </a:lnTo>
                <a:lnTo>
                  <a:pt x="6341806" y="0"/>
                </a:lnTo>
                <a:lnTo>
                  <a:pt x="6312309" y="4503174"/>
                </a:ln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CEB4F95-6CC2-379D-A822-0F35276ADC78}"/>
              </a:ext>
            </a:extLst>
          </p:cNvPr>
          <p:cNvCxnSpPr>
            <a:cxnSpLocks/>
            <a:stCxn id="89" idx="3"/>
            <a:endCxn id="12" idx="6"/>
          </p:cNvCxnSpPr>
          <p:nvPr/>
        </p:nvCxnSpPr>
        <p:spPr>
          <a:xfrm flipH="1" flipV="1">
            <a:off x="7019056" y="5296460"/>
            <a:ext cx="500282" cy="6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A0B1AA91-152D-5B42-1EE5-1A6CD0B3C0CC}"/>
              </a:ext>
            </a:extLst>
          </p:cNvPr>
          <p:cNvCxnSpPr>
            <a:endCxn id="11" idx="6"/>
          </p:cNvCxnSpPr>
          <p:nvPr/>
        </p:nvCxnSpPr>
        <p:spPr>
          <a:xfrm flipH="1">
            <a:off x="7019056" y="4832935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6A948EB-F009-7F61-BEAB-85DE1863330D}"/>
              </a:ext>
            </a:extLst>
          </p:cNvPr>
          <p:cNvCxnSpPr>
            <a:endCxn id="10" idx="6"/>
          </p:cNvCxnSpPr>
          <p:nvPr/>
        </p:nvCxnSpPr>
        <p:spPr>
          <a:xfrm flipH="1">
            <a:off x="7003138" y="4485981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9858A4A-E973-10EB-4B19-BD659A8A8E8B}"/>
              </a:ext>
            </a:extLst>
          </p:cNvPr>
          <p:cNvCxnSpPr>
            <a:endCxn id="9" idx="6"/>
          </p:cNvCxnSpPr>
          <p:nvPr/>
        </p:nvCxnSpPr>
        <p:spPr>
          <a:xfrm flipH="1" flipV="1">
            <a:off x="6987220" y="4095726"/>
            <a:ext cx="532118" cy="15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65484C9-21BF-6C1B-D2FF-0B62E1F84CC6}"/>
              </a:ext>
            </a:extLst>
          </p:cNvPr>
          <p:cNvCxnSpPr>
            <a:endCxn id="8" idx="6"/>
          </p:cNvCxnSpPr>
          <p:nvPr/>
        </p:nvCxnSpPr>
        <p:spPr>
          <a:xfrm flipH="1">
            <a:off x="7028110" y="3380810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94AE518-3F08-FB39-733F-9A588A9BADCE}"/>
              </a:ext>
            </a:extLst>
          </p:cNvPr>
          <p:cNvCxnSpPr>
            <a:endCxn id="7" idx="6"/>
          </p:cNvCxnSpPr>
          <p:nvPr/>
        </p:nvCxnSpPr>
        <p:spPr>
          <a:xfrm flipH="1">
            <a:off x="7019056" y="2994367"/>
            <a:ext cx="532118" cy="39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C39F9D-FDF3-F3CA-AF96-0D05D6F14725}"/>
              </a:ext>
            </a:extLst>
          </p:cNvPr>
          <p:cNvCxnSpPr>
            <a:cxnSpLocks/>
            <a:endCxn id="6" idx="6"/>
          </p:cNvCxnSpPr>
          <p:nvPr/>
        </p:nvCxnSpPr>
        <p:spPr>
          <a:xfrm flipH="1">
            <a:off x="7019056" y="2544530"/>
            <a:ext cx="5297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010F8BD4-B50F-ABD4-7639-CDEC64B1A68F}"/>
              </a:ext>
            </a:extLst>
          </p:cNvPr>
          <p:cNvCxnSpPr>
            <a:endCxn id="5" idx="6"/>
          </p:cNvCxnSpPr>
          <p:nvPr/>
        </p:nvCxnSpPr>
        <p:spPr>
          <a:xfrm flipH="1">
            <a:off x="7019056" y="2085547"/>
            <a:ext cx="529768" cy="1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3696ED92-CEA6-1FC8-1046-9D7AFD95B9FB}"/>
              </a:ext>
            </a:extLst>
          </p:cNvPr>
          <p:cNvCxnSpPr>
            <a:cxnSpLocks/>
            <a:endCxn id="4" idx="6"/>
          </p:cNvCxnSpPr>
          <p:nvPr/>
        </p:nvCxnSpPr>
        <p:spPr>
          <a:xfrm flipH="1">
            <a:off x="7019056" y="1666513"/>
            <a:ext cx="532118" cy="39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3B542AB-7B8D-F321-177C-0D32E8D9B5F8}"/>
              </a:ext>
            </a:extLst>
          </p:cNvPr>
          <p:cNvCxnSpPr>
            <a:endCxn id="3" idx="6"/>
          </p:cNvCxnSpPr>
          <p:nvPr/>
        </p:nvCxnSpPr>
        <p:spPr>
          <a:xfrm flipH="1">
            <a:off x="7019056" y="1216676"/>
            <a:ext cx="5297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8C36779-E973-34D3-CF5A-E87B2648E5B8}"/>
              </a:ext>
            </a:extLst>
          </p:cNvPr>
          <p:cNvCxnSpPr>
            <a:stCxn id="3" idx="6"/>
            <a:endCxn id="59" idx="1"/>
          </p:cNvCxnSpPr>
          <p:nvPr/>
        </p:nvCxnSpPr>
        <p:spPr>
          <a:xfrm flipV="1">
            <a:off x="7019056" y="540457"/>
            <a:ext cx="727189" cy="676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B2437BE5-7889-7864-3977-B513F3F6B6D3}"/>
              </a:ext>
            </a:extLst>
          </p:cNvPr>
          <p:cNvCxnSpPr>
            <a:stCxn id="4" idx="6"/>
            <a:endCxn id="59" idx="1"/>
          </p:cNvCxnSpPr>
          <p:nvPr/>
        </p:nvCxnSpPr>
        <p:spPr>
          <a:xfrm flipV="1">
            <a:off x="7019056" y="540457"/>
            <a:ext cx="727189" cy="11300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4F6435F0-F0E7-B811-7259-109592467239}"/>
              </a:ext>
            </a:extLst>
          </p:cNvPr>
          <p:cNvCxnSpPr>
            <a:stCxn id="5" idx="6"/>
            <a:endCxn id="59" idx="1"/>
          </p:cNvCxnSpPr>
          <p:nvPr/>
        </p:nvCxnSpPr>
        <p:spPr>
          <a:xfrm flipV="1">
            <a:off x="7019056" y="540457"/>
            <a:ext cx="727189" cy="1546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3BECB3F-AA59-381C-9EAA-7D5D421D68B7}"/>
              </a:ext>
            </a:extLst>
          </p:cNvPr>
          <p:cNvCxnSpPr>
            <a:stCxn id="6" idx="6"/>
            <a:endCxn id="59" idx="1"/>
          </p:cNvCxnSpPr>
          <p:nvPr/>
        </p:nvCxnSpPr>
        <p:spPr>
          <a:xfrm flipV="1">
            <a:off x="7019056" y="540457"/>
            <a:ext cx="727189" cy="2004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3AC4E15A-86FB-E67F-3788-40236A25544A}"/>
              </a:ext>
            </a:extLst>
          </p:cNvPr>
          <p:cNvSpPr/>
          <p:nvPr/>
        </p:nvSpPr>
        <p:spPr>
          <a:xfrm>
            <a:off x="1114109" y="2702873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68145C5-485E-ED6E-07DB-8F90F93EAFA9}"/>
              </a:ext>
            </a:extLst>
          </p:cNvPr>
          <p:cNvCxnSpPr>
            <a:cxnSpLocks/>
            <a:stCxn id="29" idx="4"/>
          </p:cNvCxnSpPr>
          <p:nvPr/>
        </p:nvCxnSpPr>
        <p:spPr>
          <a:xfrm>
            <a:off x="1232096" y="2874810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405412D-FA7D-2A73-3F86-0ABF9C4E387C}"/>
              </a:ext>
            </a:extLst>
          </p:cNvPr>
          <p:cNvCxnSpPr/>
          <p:nvPr/>
        </p:nvCxnSpPr>
        <p:spPr>
          <a:xfrm flipV="1">
            <a:off x="1091631" y="3046108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BD1D63B-59CB-069B-3943-ADAABF7B8FBA}"/>
              </a:ext>
            </a:extLst>
          </p:cNvPr>
          <p:cNvCxnSpPr/>
          <p:nvPr/>
        </p:nvCxnSpPr>
        <p:spPr>
          <a:xfrm>
            <a:off x="1217111" y="2996804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7F5139-4335-0883-0CD1-9F78F5D038A3}"/>
              </a:ext>
            </a:extLst>
          </p:cNvPr>
          <p:cNvCxnSpPr/>
          <p:nvPr/>
        </p:nvCxnSpPr>
        <p:spPr>
          <a:xfrm flipV="1">
            <a:off x="1123050" y="3419257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D86657-4A9D-C3B0-B77C-FE65B836434E}"/>
              </a:ext>
            </a:extLst>
          </p:cNvPr>
          <p:cNvCxnSpPr/>
          <p:nvPr/>
        </p:nvCxnSpPr>
        <p:spPr>
          <a:xfrm>
            <a:off x="1247728" y="3452100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5133FE-A906-3FAF-CCAD-94CC8A3BFD6D}"/>
              </a:ext>
            </a:extLst>
          </p:cNvPr>
          <p:cNvCxnSpPr>
            <a:cxnSpLocks/>
          </p:cNvCxnSpPr>
          <p:nvPr/>
        </p:nvCxnSpPr>
        <p:spPr>
          <a:xfrm flipV="1">
            <a:off x="1231475" y="2469501"/>
            <a:ext cx="22107" cy="215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956E6CD-7B84-27D5-4692-B58FCECE6EC9}"/>
              </a:ext>
            </a:extLst>
          </p:cNvPr>
          <p:cNvSpPr txBox="1"/>
          <p:nvPr/>
        </p:nvSpPr>
        <p:spPr>
          <a:xfrm>
            <a:off x="-21935" y="2707893"/>
            <a:ext cx="128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Workspace </a:t>
            </a:r>
          </a:p>
          <a:p>
            <a:pPr algn="ctr"/>
            <a:r>
              <a:rPr lang="en-IE" dirty="0"/>
              <a:t>Member</a:t>
            </a:r>
            <a:endParaRPr lang="pl-PL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A69A6D-2BCA-C6D5-DA64-B41DD3268EF6}"/>
              </a:ext>
            </a:extLst>
          </p:cNvPr>
          <p:cNvCxnSpPr>
            <a:cxnSpLocks/>
            <a:stCxn id="48" idx="3"/>
            <a:endCxn id="20" idx="2"/>
          </p:cNvCxnSpPr>
          <p:nvPr/>
        </p:nvCxnSpPr>
        <p:spPr>
          <a:xfrm>
            <a:off x="1261943" y="3031059"/>
            <a:ext cx="863102" cy="272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E03EA3CE-E456-1DEE-7D30-D42EC3A29801}"/>
              </a:ext>
            </a:extLst>
          </p:cNvPr>
          <p:cNvSpPr/>
          <p:nvPr/>
        </p:nvSpPr>
        <p:spPr>
          <a:xfrm>
            <a:off x="2125045" y="2783896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Join Workspace</a:t>
            </a:r>
            <a:endParaRPr lang="pl-PL" sz="14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EFE106C-FAD8-2DEE-F114-654B4DA042A1}"/>
              </a:ext>
            </a:extLst>
          </p:cNvPr>
          <p:cNvCxnSpPr>
            <a:endCxn id="64" idx="2"/>
          </p:cNvCxnSpPr>
          <p:nvPr/>
        </p:nvCxnSpPr>
        <p:spPr>
          <a:xfrm>
            <a:off x="1435510" y="2001453"/>
            <a:ext cx="689535" cy="923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C3C49D8-D43F-C175-E421-5267EF12BAE5}"/>
              </a:ext>
            </a:extLst>
          </p:cNvPr>
          <p:cNvCxnSpPr>
            <a:cxnSpLocks/>
            <a:stCxn id="48" idx="3"/>
            <a:endCxn id="21" idx="2"/>
          </p:cNvCxnSpPr>
          <p:nvPr/>
        </p:nvCxnSpPr>
        <p:spPr>
          <a:xfrm>
            <a:off x="1261943" y="3031059"/>
            <a:ext cx="846433" cy="720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7F0FFD4-4DE8-4CB7-AF7E-E2EEBE75E813}"/>
              </a:ext>
            </a:extLst>
          </p:cNvPr>
          <p:cNvSpPr txBox="1"/>
          <p:nvPr/>
        </p:nvSpPr>
        <p:spPr>
          <a:xfrm>
            <a:off x="7836917" y="2463136"/>
            <a:ext cx="1197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Open AI</a:t>
            </a:r>
            <a:endParaRPr lang="pl-PL" sz="16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C5D6295-40B4-D001-060B-EFC1463E77AF}"/>
              </a:ext>
            </a:extLst>
          </p:cNvPr>
          <p:cNvCxnSpPr>
            <a:stCxn id="7" idx="6"/>
            <a:endCxn id="83" idx="1"/>
          </p:cNvCxnSpPr>
          <p:nvPr/>
        </p:nvCxnSpPr>
        <p:spPr>
          <a:xfrm flipV="1">
            <a:off x="7019056" y="2755524"/>
            <a:ext cx="817861" cy="242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876166B-0D2B-436F-F749-8B61DD14698B}"/>
              </a:ext>
            </a:extLst>
          </p:cNvPr>
          <p:cNvCxnSpPr>
            <a:stCxn id="12" idx="6"/>
            <a:endCxn id="83" idx="1"/>
          </p:cNvCxnSpPr>
          <p:nvPr/>
        </p:nvCxnSpPr>
        <p:spPr>
          <a:xfrm flipV="1">
            <a:off x="7019056" y="2755524"/>
            <a:ext cx="817861" cy="254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674DDDEC-225E-A96F-3940-86F310712A8D}"/>
              </a:ext>
            </a:extLst>
          </p:cNvPr>
          <p:cNvSpPr/>
          <p:nvPr/>
        </p:nvSpPr>
        <p:spPr>
          <a:xfrm>
            <a:off x="661852" y="3644328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DAA5E46-8094-D32F-2781-DF0FE91749BB}"/>
              </a:ext>
            </a:extLst>
          </p:cNvPr>
          <p:cNvCxnSpPr>
            <a:cxnSpLocks/>
            <a:stCxn id="52" idx="4"/>
          </p:cNvCxnSpPr>
          <p:nvPr/>
        </p:nvCxnSpPr>
        <p:spPr>
          <a:xfrm>
            <a:off x="779839" y="3816265"/>
            <a:ext cx="0" cy="3635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7BE247F-6FF5-4970-0F10-C67B8A00203B}"/>
              </a:ext>
            </a:extLst>
          </p:cNvPr>
          <p:cNvCxnSpPr/>
          <p:nvPr/>
        </p:nvCxnSpPr>
        <p:spPr>
          <a:xfrm flipV="1">
            <a:off x="677245" y="4153107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5BF2280-ACAF-83F9-7AAD-6AB319D13D4C}"/>
              </a:ext>
            </a:extLst>
          </p:cNvPr>
          <p:cNvCxnSpPr/>
          <p:nvPr/>
        </p:nvCxnSpPr>
        <p:spPr>
          <a:xfrm>
            <a:off x="809295" y="4179813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A0A290-DE19-AB6C-3A59-64C5B9EE8E63}"/>
              </a:ext>
            </a:extLst>
          </p:cNvPr>
          <p:cNvCxnSpPr/>
          <p:nvPr/>
        </p:nvCxnSpPr>
        <p:spPr>
          <a:xfrm flipV="1">
            <a:off x="661852" y="3997541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C27BB73-2713-9476-7002-51612792A154}"/>
              </a:ext>
            </a:extLst>
          </p:cNvPr>
          <p:cNvCxnSpPr/>
          <p:nvPr/>
        </p:nvCxnSpPr>
        <p:spPr>
          <a:xfrm>
            <a:off x="779839" y="3997541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22B8D73-F140-417C-4FAD-973CF9A12106}"/>
              </a:ext>
            </a:extLst>
          </p:cNvPr>
          <p:cNvCxnSpPr>
            <a:endCxn id="22" idx="2"/>
          </p:cNvCxnSpPr>
          <p:nvPr/>
        </p:nvCxnSpPr>
        <p:spPr>
          <a:xfrm>
            <a:off x="805631" y="4046809"/>
            <a:ext cx="1319414" cy="1602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C5A00FC-3103-1646-BE44-B0EE1A7804F1}"/>
              </a:ext>
            </a:extLst>
          </p:cNvPr>
          <p:cNvCxnSpPr>
            <a:stCxn id="52" idx="6"/>
          </p:cNvCxnSpPr>
          <p:nvPr/>
        </p:nvCxnSpPr>
        <p:spPr>
          <a:xfrm flipV="1">
            <a:off x="897825" y="3519829"/>
            <a:ext cx="319286" cy="210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7E96FD0E-6002-1F18-A029-1E1585DBAC3A}"/>
              </a:ext>
            </a:extLst>
          </p:cNvPr>
          <p:cNvSpPr txBox="1"/>
          <p:nvPr/>
        </p:nvSpPr>
        <p:spPr>
          <a:xfrm>
            <a:off x="-30614" y="4149035"/>
            <a:ext cx="995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dirty="0"/>
              <a:t>Regular</a:t>
            </a:r>
          </a:p>
          <a:p>
            <a:pPr algn="ctr"/>
            <a:r>
              <a:rPr lang="en-IE" dirty="0"/>
              <a:t>Member</a:t>
            </a:r>
            <a:endParaRPr lang="pl-PL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6801AB4-E6F4-FA58-0400-DE137551523A}"/>
              </a:ext>
            </a:extLst>
          </p:cNvPr>
          <p:cNvSpPr/>
          <p:nvPr/>
        </p:nvSpPr>
        <p:spPr>
          <a:xfrm>
            <a:off x="5386890" y="3575588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Copy Note</a:t>
            </a:r>
            <a:endParaRPr lang="pl-PL" sz="12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59ACEFDB-51E5-5839-44B2-A751CADDB675}"/>
              </a:ext>
            </a:extLst>
          </p:cNvPr>
          <p:cNvCxnSpPr>
            <a:endCxn id="90" idx="6"/>
          </p:cNvCxnSpPr>
          <p:nvPr/>
        </p:nvCxnSpPr>
        <p:spPr>
          <a:xfrm flipH="1">
            <a:off x="7019056" y="3716512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1A10339-1472-569C-99D7-7645AAAAE857}"/>
              </a:ext>
            </a:extLst>
          </p:cNvPr>
          <p:cNvSpPr txBox="1"/>
          <p:nvPr/>
        </p:nvSpPr>
        <p:spPr>
          <a:xfrm>
            <a:off x="7635142" y="3997990"/>
            <a:ext cx="14334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Firebase Cloud</a:t>
            </a:r>
          </a:p>
          <a:p>
            <a:pPr algn="ctr"/>
            <a:r>
              <a:rPr lang="en-IE" sz="1600" dirty="0"/>
              <a:t>Messaging</a:t>
            </a:r>
            <a:endParaRPr lang="pl-PL" sz="1600" dirty="0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85A22C16-E044-FE5A-CC6E-53DB3310BDCE}"/>
              </a:ext>
            </a:extLst>
          </p:cNvPr>
          <p:cNvSpPr/>
          <p:nvPr/>
        </p:nvSpPr>
        <p:spPr>
          <a:xfrm>
            <a:off x="4834393" y="3745064"/>
            <a:ext cx="3530379" cy="1876508"/>
          </a:xfrm>
          <a:custGeom>
            <a:avLst/>
            <a:gdLst>
              <a:gd name="connsiteX0" fmla="*/ 0 w 3530379"/>
              <a:gd name="connsiteY0" fmla="*/ 0 h 1876508"/>
              <a:gd name="connsiteX1" fmla="*/ 238539 w 3530379"/>
              <a:gd name="connsiteY1" fmla="*/ 15903 h 1876508"/>
              <a:gd name="connsiteX2" fmla="*/ 365760 w 3530379"/>
              <a:gd name="connsiteY2" fmla="*/ 1876508 h 1876508"/>
              <a:gd name="connsiteX3" fmla="*/ 3530379 w 3530379"/>
              <a:gd name="connsiteY3" fmla="*/ 1852654 h 1876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379" h="1876508">
                <a:moveTo>
                  <a:pt x="0" y="0"/>
                </a:moveTo>
                <a:lnTo>
                  <a:pt x="238539" y="15903"/>
                </a:lnTo>
                <a:lnTo>
                  <a:pt x="365760" y="1876508"/>
                </a:lnTo>
                <a:lnTo>
                  <a:pt x="3530379" y="1852654"/>
                </a:ln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55D99649-194F-A049-97D3-B153CE113634}"/>
              </a:ext>
            </a:extLst>
          </p:cNvPr>
          <p:cNvCxnSpPr>
            <a:stCxn id="100" idx="3"/>
            <a:endCxn id="94" idx="2"/>
          </p:cNvCxnSpPr>
          <p:nvPr/>
        </p:nvCxnSpPr>
        <p:spPr>
          <a:xfrm flipH="1" flipV="1">
            <a:off x="8351845" y="4828987"/>
            <a:ext cx="12927" cy="768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3E64BB13-0B04-891E-C9D9-BEA3BFD75A6C}"/>
              </a:ext>
            </a:extLst>
          </p:cNvPr>
          <p:cNvSpPr/>
          <p:nvPr/>
        </p:nvSpPr>
        <p:spPr>
          <a:xfrm>
            <a:off x="4858247" y="3283889"/>
            <a:ext cx="222636" cy="477078"/>
          </a:xfrm>
          <a:custGeom>
            <a:avLst/>
            <a:gdLst>
              <a:gd name="connsiteX0" fmla="*/ 222636 w 222636"/>
              <a:gd name="connsiteY0" fmla="*/ 477078 h 477078"/>
              <a:gd name="connsiteX1" fmla="*/ 190831 w 222636"/>
              <a:gd name="connsiteY1" fmla="*/ 39756 h 477078"/>
              <a:gd name="connsiteX2" fmla="*/ 0 w 222636"/>
              <a:gd name="connsiteY2" fmla="*/ 0 h 47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636" h="477078">
                <a:moveTo>
                  <a:pt x="222636" y="477078"/>
                </a:moveTo>
                <a:lnTo>
                  <a:pt x="190831" y="39756"/>
                </a:lnTo>
                <a:lnTo>
                  <a:pt x="0" y="0"/>
                </a:ln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9546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9C3A-C561-87EA-85BB-01749835B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71" y="106568"/>
            <a:ext cx="7886700" cy="1104943"/>
          </a:xfrm>
        </p:spPr>
        <p:txBody>
          <a:bodyPr/>
          <a:lstStyle/>
          <a:p>
            <a:pPr algn="ctr"/>
            <a:r>
              <a:rPr lang="en-IE" dirty="0"/>
              <a:t>High-level Design</a:t>
            </a:r>
            <a:endParaRPr lang="pl-P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C34263-28B0-DD08-902D-2FDDA8A2A7B0}"/>
              </a:ext>
            </a:extLst>
          </p:cNvPr>
          <p:cNvSpPr/>
          <p:nvPr/>
        </p:nvSpPr>
        <p:spPr>
          <a:xfrm>
            <a:off x="589936" y="314693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Frontend</a:t>
            </a:r>
            <a:endParaRPr lang="pl-PL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CBD12DF-E7E2-E894-E37B-4F0247BDBB4E}"/>
              </a:ext>
            </a:extLst>
          </p:cNvPr>
          <p:cNvCxnSpPr>
            <a:cxnSpLocks/>
          </p:cNvCxnSpPr>
          <p:nvPr/>
        </p:nvCxnSpPr>
        <p:spPr>
          <a:xfrm>
            <a:off x="2625213" y="953729"/>
            <a:ext cx="0" cy="466049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DC454F-2EC6-68F9-10DD-9894F7C6C2F1}"/>
              </a:ext>
            </a:extLst>
          </p:cNvPr>
          <p:cNvCxnSpPr>
            <a:cxnSpLocks/>
          </p:cNvCxnSpPr>
          <p:nvPr/>
        </p:nvCxnSpPr>
        <p:spPr>
          <a:xfrm>
            <a:off x="5702710" y="953729"/>
            <a:ext cx="0" cy="466049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357DB73-474B-2596-5C64-38A4A7EAB8CF}"/>
              </a:ext>
            </a:extLst>
          </p:cNvPr>
          <p:cNvSpPr/>
          <p:nvPr/>
        </p:nvSpPr>
        <p:spPr>
          <a:xfrm>
            <a:off x="589937" y="1875299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Google OAuth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DA8F252-32DE-18A6-696E-87E5C9C3504F}"/>
              </a:ext>
            </a:extLst>
          </p:cNvPr>
          <p:cNvCxnSpPr>
            <a:stCxn id="4" idx="0"/>
            <a:endCxn id="9" idx="2"/>
          </p:cNvCxnSpPr>
          <p:nvPr/>
        </p:nvCxnSpPr>
        <p:spPr>
          <a:xfrm flipV="1">
            <a:off x="1381433" y="2612719"/>
            <a:ext cx="1" cy="5342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7D5E38-87C7-0F3C-D21D-1F7171246352}"/>
              </a:ext>
            </a:extLst>
          </p:cNvPr>
          <p:cNvSpPr/>
          <p:nvPr/>
        </p:nvSpPr>
        <p:spPr>
          <a:xfrm>
            <a:off x="3441290" y="166554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Users</a:t>
            </a:r>
            <a:endParaRPr lang="pl-PL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546E10-6A5D-7BEE-5019-8AA2AC71D40E}"/>
              </a:ext>
            </a:extLst>
          </p:cNvPr>
          <p:cNvSpPr/>
          <p:nvPr/>
        </p:nvSpPr>
        <p:spPr>
          <a:xfrm>
            <a:off x="6234262" y="166554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Google OAuth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AB483B-8724-B694-D738-E830006CE9CC}"/>
              </a:ext>
            </a:extLst>
          </p:cNvPr>
          <p:cNvSpPr/>
          <p:nvPr/>
        </p:nvSpPr>
        <p:spPr>
          <a:xfrm>
            <a:off x="6234262" y="4670500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Firebase Cloud</a:t>
            </a:r>
            <a:br>
              <a:rPr lang="en-IE" dirty="0"/>
            </a:br>
            <a:r>
              <a:rPr lang="en-IE" dirty="0"/>
              <a:t>Messaging</a:t>
            </a:r>
            <a:endParaRPr lang="pl-PL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AEC4D47-ECB4-C361-7FA0-9E5CCA1B72B3}"/>
              </a:ext>
            </a:extLst>
          </p:cNvPr>
          <p:cNvSpPr/>
          <p:nvPr/>
        </p:nvSpPr>
        <p:spPr>
          <a:xfrm>
            <a:off x="6234262" y="267007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Open AI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34A743-019A-1BE5-5BAA-1E1BE9465BA0}"/>
              </a:ext>
            </a:extLst>
          </p:cNvPr>
          <p:cNvSpPr/>
          <p:nvPr/>
        </p:nvSpPr>
        <p:spPr>
          <a:xfrm>
            <a:off x="6234262" y="367028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Main Database</a:t>
            </a:r>
            <a:endParaRPr lang="pl-PL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038611A-25D8-7494-C032-65B4159DFA89}"/>
              </a:ext>
            </a:extLst>
          </p:cNvPr>
          <p:cNvSpPr/>
          <p:nvPr/>
        </p:nvSpPr>
        <p:spPr>
          <a:xfrm>
            <a:off x="3441289" y="267007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Notes</a:t>
            </a:r>
            <a:endParaRPr lang="pl-PL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CFF8A7-7821-2989-C2FB-171C6B3AA149}"/>
              </a:ext>
            </a:extLst>
          </p:cNvPr>
          <p:cNvSpPr/>
          <p:nvPr/>
        </p:nvSpPr>
        <p:spPr>
          <a:xfrm>
            <a:off x="3441288" y="367028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Messages</a:t>
            </a:r>
            <a:endParaRPr lang="pl-PL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ED75E3-F6DD-D326-A379-922CC7F18D71}"/>
              </a:ext>
            </a:extLst>
          </p:cNvPr>
          <p:cNvSpPr/>
          <p:nvPr/>
        </p:nvSpPr>
        <p:spPr>
          <a:xfrm>
            <a:off x="3441288" y="467481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Workspaces</a:t>
            </a:r>
            <a:endParaRPr lang="pl-PL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5FFA21-5E22-B151-6508-BB29B9D8A30E}"/>
              </a:ext>
            </a:extLst>
          </p:cNvPr>
          <p:cNvCxnSpPr>
            <a:stCxn id="4" idx="3"/>
            <a:endCxn id="18" idx="1"/>
          </p:cNvCxnSpPr>
          <p:nvPr/>
        </p:nvCxnSpPr>
        <p:spPr>
          <a:xfrm flipV="1">
            <a:off x="2172929" y="2034256"/>
            <a:ext cx="1268361" cy="1481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3E91A62-12F1-A3F8-2D20-33267FAC2D74}"/>
              </a:ext>
            </a:extLst>
          </p:cNvPr>
          <p:cNvCxnSpPr>
            <a:stCxn id="4" idx="3"/>
            <a:endCxn id="24" idx="1"/>
          </p:cNvCxnSpPr>
          <p:nvPr/>
        </p:nvCxnSpPr>
        <p:spPr>
          <a:xfrm flipV="1">
            <a:off x="2172929" y="3038782"/>
            <a:ext cx="1268360" cy="4768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8EEA1E2-A1ED-6B6A-397E-DEF8EC963AAF}"/>
              </a:ext>
            </a:extLst>
          </p:cNvPr>
          <p:cNvCxnSpPr>
            <a:stCxn id="4" idx="3"/>
            <a:endCxn id="25" idx="1"/>
          </p:cNvCxnSpPr>
          <p:nvPr/>
        </p:nvCxnSpPr>
        <p:spPr>
          <a:xfrm>
            <a:off x="2172929" y="3515642"/>
            <a:ext cx="1268359" cy="523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57E261-0E0A-5680-D000-42F750B0845D}"/>
              </a:ext>
            </a:extLst>
          </p:cNvPr>
          <p:cNvCxnSpPr>
            <a:stCxn id="4" idx="3"/>
            <a:endCxn id="26" idx="1"/>
          </p:cNvCxnSpPr>
          <p:nvPr/>
        </p:nvCxnSpPr>
        <p:spPr>
          <a:xfrm>
            <a:off x="2172929" y="3515642"/>
            <a:ext cx="1268359" cy="1527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BECC58A-7F6A-A26A-1B41-6A7C37DD7526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5024283" y="2034256"/>
            <a:ext cx="12099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CF6FA8D-4AE2-9DAB-52BA-0FEC93595EF1}"/>
              </a:ext>
            </a:extLst>
          </p:cNvPr>
          <p:cNvCxnSpPr>
            <a:cxnSpLocks/>
            <a:stCxn id="26" idx="3"/>
            <a:endCxn id="20" idx="1"/>
          </p:cNvCxnSpPr>
          <p:nvPr/>
        </p:nvCxnSpPr>
        <p:spPr>
          <a:xfrm flipV="1">
            <a:off x="5024281" y="5039210"/>
            <a:ext cx="1209981" cy="4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ADCA536-04ED-DA79-A554-66449CF5A6F6}"/>
              </a:ext>
            </a:extLst>
          </p:cNvPr>
          <p:cNvCxnSpPr>
            <a:stCxn id="24" idx="3"/>
            <a:endCxn id="22" idx="1"/>
          </p:cNvCxnSpPr>
          <p:nvPr/>
        </p:nvCxnSpPr>
        <p:spPr>
          <a:xfrm>
            <a:off x="5024282" y="3038782"/>
            <a:ext cx="1209980" cy="1000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258BE50-82D8-8FD1-5739-D34278C03E60}"/>
              </a:ext>
            </a:extLst>
          </p:cNvPr>
          <p:cNvCxnSpPr>
            <a:stCxn id="24" idx="3"/>
            <a:endCxn id="21" idx="1"/>
          </p:cNvCxnSpPr>
          <p:nvPr/>
        </p:nvCxnSpPr>
        <p:spPr>
          <a:xfrm>
            <a:off x="5024282" y="3038782"/>
            <a:ext cx="1209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B28DAD3-8A6E-CA66-5A4D-AB70345B1C4B}"/>
              </a:ext>
            </a:extLst>
          </p:cNvPr>
          <p:cNvCxnSpPr>
            <a:stCxn id="25" idx="3"/>
            <a:endCxn id="22" idx="1"/>
          </p:cNvCxnSpPr>
          <p:nvPr/>
        </p:nvCxnSpPr>
        <p:spPr>
          <a:xfrm>
            <a:off x="5024281" y="4038996"/>
            <a:ext cx="12099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8750D0A-984E-6720-0C7E-8276554EDD67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7817255" y="4038996"/>
            <a:ext cx="274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5DDFECD-EC93-0107-77FC-0AADAC625837}"/>
              </a:ext>
            </a:extLst>
          </p:cNvPr>
          <p:cNvCxnSpPr>
            <a:stCxn id="26" idx="3"/>
            <a:endCxn id="22" idx="1"/>
          </p:cNvCxnSpPr>
          <p:nvPr/>
        </p:nvCxnSpPr>
        <p:spPr>
          <a:xfrm flipV="1">
            <a:off x="5024281" y="4038996"/>
            <a:ext cx="1209981" cy="10045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1DF3F3B-A0BF-4846-C052-793400107420}"/>
              </a:ext>
            </a:extLst>
          </p:cNvPr>
          <p:cNvCxnSpPr>
            <a:stCxn id="18" idx="2"/>
            <a:endCxn id="24" idx="0"/>
          </p:cNvCxnSpPr>
          <p:nvPr/>
        </p:nvCxnSpPr>
        <p:spPr>
          <a:xfrm flipH="1">
            <a:off x="4232786" y="2402966"/>
            <a:ext cx="1" cy="267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89E3DD90-292B-C279-D50F-5DF6181BAA10}"/>
              </a:ext>
            </a:extLst>
          </p:cNvPr>
          <p:cNvSpPr txBox="1"/>
          <p:nvPr/>
        </p:nvSpPr>
        <p:spPr>
          <a:xfrm>
            <a:off x="3684670" y="1136338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Back-end</a:t>
            </a:r>
            <a:endParaRPr lang="pl-PL" b="1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457A0A0-863F-B5CC-D4F5-F74E37B99E93}"/>
              </a:ext>
            </a:extLst>
          </p:cNvPr>
          <p:cNvSpPr/>
          <p:nvPr/>
        </p:nvSpPr>
        <p:spPr>
          <a:xfrm>
            <a:off x="2964423" y="2027583"/>
            <a:ext cx="478492" cy="3015939"/>
          </a:xfrm>
          <a:custGeom>
            <a:avLst/>
            <a:gdLst>
              <a:gd name="connsiteX0" fmla="*/ 477078 w 477078"/>
              <a:gd name="connsiteY0" fmla="*/ 7951 h 3045349"/>
              <a:gd name="connsiteX1" fmla="*/ 0 w 477078"/>
              <a:gd name="connsiteY1" fmla="*/ 0 h 3045349"/>
              <a:gd name="connsiteX2" fmla="*/ 15902 w 477078"/>
              <a:gd name="connsiteY2" fmla="*/ 3045349 h 3045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078" h="3045349">
                <a:moveTo>
                  <a:pt x="477078" y="7951"/>
                </a:moveTo>
                <a:lnTo>
                  <a:pt x="0" y="0"/>
                </a:lnTo>
                <a:cubicBezTo>
                  <a:pt x="5301" y="1015116"/>
                  <a:pt x="10601" y="2030233"/>
                  <a:pt x="15902" y="3045349"/>
                </a:cubicBez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E7FD13-C0E7-4CC3-5604-2076C09A9AEE}"/>
              </a:ext>
            </a:extLst>
          </p:cNvPr>
          <p:cNvCxnSpPr>
            <a:cxnSpLocks/>
            <a:stCxn id="31" idx="2"/>
            <a:endCxn id="26" idx="1"/>
          </p:cNvCxnSpPr>
          <p:nvPr/>
        </p:nvCxnSpPr>
        <p:spPr>
          <a:xfrm>
            <a:off x="2980372" y="5043522"/>
            <a:ext cx="4609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B2E2071-9B9D-A638-CDD1-C00C6F9B63BA}"/>
              </a:ext>
            </a:extLst>
          </p:cNvPr>
          <p:cNvCxnSpPr>
            <a:endCxn id="25" idx="1"/>
          </p:cNvCxnSpPr>
          <p:nvPr/>
        </p:nvCxnSpPr>
        <p:spPr>
          <a:xfrm>
            <a:off x="2980372" y="4038996"/>
            <a:ext cx="4609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91BD5D-F922-7A26-C999-8DE1DDE8A05D}"/>
              </a:ext>
            </a:extLst>
          </p:cNvPr>
          <p:cNvCxnSpPr>
            <a:stCxn id="25" idx="3"/>
            <a:endCxn id="20" idx="1"/>
          </p:cNvCxnSpPr>
          <p:nvPr/>
        </p:nvCxnSpPr>
        <p:spPr>
          <a:xfrm>
            <a:off x="5024281" y="4038996"/>
            <a:ext cx="1209981" cy="1000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71733BB2-E8FF-FB29-313B-5F643BCC2836}"/>
              </a:ext>
            </a:extLst>
          </p:cNvPr>
          <p:cNvSpPr/>
          <p:nvPr/>
        </p:nvSpPr>
        <p:spPr>
          <a:xfrm>
            <a:off x="5025224" y="1256306"/>
            <a:ext cx="3061253" cy="2782957"/>
          </a:xfrm>
          <a:custGeom>
            <a:avLst/>
            <a:gdLst>
              <a:gd name="connsiteX0" fmla="*/ 0 w 3061253"/>
              <a:gd name="connsiteY0" fmla="*/ 453224 h 2782957"/>
              <a:gd name="connsiteX1" fmla="*/ 3005593 w 3061253"/>
              <a:gd name="connsiteY1" fmla="*/ 0 h 2782957"/>
              <a:gd name="connsiteX2" fmla="*/ 3061253 w 3061253"/>
              <a:gd name="connsiteY2" fmla="*/ 2782957 h 2782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61253" h="2782957">
                <a:moveTo>
                  <a:pt x="0" y="453224"/>
                </a:moveTo>
                <a:lnTo>
                  <a:pt x="3005593" y="0"/>
                </a:lnTo>
                <a:lnTo>
                  <a:pt x="3061253" y="2782957"/>
                </a:ln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4A882C4-F61D-623C-1E05-EDE7B4263BFC}"/>
              </a:ext>
            </a:extLst>
          </p:cNvPr>
          <p:cNvSpPr/>
          <p:nvPr/>
        </p:nvSpPr>
        <p:spPr>
          <a:xfrm>
            <a:off x="581961" y="4418565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Firebase Cloud</a:t>
            </a:r>
            <a:br>
              <a:rPr lang="en-IE" dirty="0"/>
            </a:br>
            <a:r>
              <a:rPr lang="en-IE" dirty="0"/>
              <a:t>Messaging</a:t>
            </a:r>
            <a:endParaRPr lang="pl-PL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8E105F-9E11-E4D7-2A0D-CCDB9A608CF6}"/>
              </a:ext>
            </a:extLst>
          </p:cNvPr>
          <p:cNvCxnSpPr>
            <a:stCxn id="4" idx="2"/>
            <a:endCxn id="46" idx="0"/>
          </p:cNvCxnSpPr>
          <p:nvPr/>
        </p:nvCxnSpPr>
        <p:spPr>
          <a:xfrm flipH="1">
            <a:off x="1373458" y="3884352"/>
            <a:ext cx="7975" cy="5342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886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588B-32D1-73C3-2B77-0D4C1E43B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The main technical challenges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2ABB2-A1D9-4393-2F21-A0B84DF7B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Smart </a:t>
            </a:r>
            <a:r>
              <a:rPr lang="pl-PL" dirty="0" err="1"/>
              <a:t>search</a:t>
            </a:r>
            <a:r>
              <a:rPr lang="pl-PL" dirty="0"/>
              <a:t> – </a:t>
            </a:r>
            <a:r>
              <a:rPr lang="pl-PL" dirty="0" err="1"/>
              <a:t>exploration</a:t>
            </a:r>
            <a:r>
              <a:rPr lang="pl-PL" dirty="0"/>
              <a:t> of </a:t>
            </a:r>
            <a:r>
              <a:rPr lang="pl-PL" dirty="0" err="1"/>
              <a:t>various</a:t>
            </a:r>
            <a:r>
              <a:rPr lang="pl-PL" dirty="0"/>
              <a:t> </a:t>
            </a:r>
            <a:r>
              <a:rPr lang="pl-PL" dirty="0" err="1"/>
              <a:t>techniques</a:t>
            </a:r>
            <a:endParaRPr lang="pl-PL" dirty="0"/>
          </a:p>
          <a:p>
            <a:pPr lvl="1"/>
            <a:r>
              <a:rPr lang="pl-PL" dirty="0" err="1"/>
              <a:t>Keyword</a:t>
            </a:r>
            <a:r>
              <a:rPr lang="pl-PL" dirty="0"/>
              <a:t> </a:t>
            </a:r>
            <a:r>
              <a:rPr lang="pl-PL" dirty="0" err="1"/>
              <a:t>matching</a:t>
            </a:r>
            <a:r>
              <a:rPr lang="pl-PL" dirty="0"/>
              <a:t> - </a:t>
            </a:r>
            <a:r>
              <a:rPr lang="pl-PL" dirty="0" err="1"/>
              <a:t>synonym</a:t>
            </a:r>
            <a:r>
              <a:rPr lang="pl-PL" dirty="0"/>
              <a:t> </a:t>
            </a:r>
            <a:r>
              <a:rPr lang="pl-PL" dirty="0" err="1"/>
              <a:t>search</a:t>
            </a:r>
            <a:endParaRPr lang="pl-PL" dirty="0"/>
          </a:p>
          <a:p>
            <a:pPr lvl="1"/>
            <a:r>
              <a:rPr lang="pl-PL" dirty="0" err="1"/>
              <a:t>Lexical</a:t>
            </a:r>
            <a:r>
              <a:rPr lang="pl-PL" dirty="0"/>
              <a:t> </a:t>
            </a:r>
            <a:r>
              <a:rPr lang="pl-PL" dirty="0" err="1"/>
              <a:t>search</a:t>
            </a:r>
            <a:r>
              <a:rPr lang="pl-PL" dirty="0"/>
              <a:t> </a:t>
            </a:r>
            <a:r>
              <a:rPr lang="pl-PL" dirty="0" err="1"/>
              <a:t>algorithms</a:t>
            </a:r>
            <a:r>
              <a:rPr lang="pl-PL" dirty="0"/>
              <a:t> </a:t>
            </a:r>
            <a:r>
              <a:rPr lang="pl-PL" dirty="0" err="1"/>
              <a:t>like</a:t>
            </a:r>
            <a:r>
              <a:rPr lang="pl-PL" dirty="0"/>
              <a:t> BM25</a:t>
            </a:r>
          </a:p>
          <a:p>
            <a:pPr lvl="1"/>
            <a:r>
              <a:rPr lang="pl-PL" dirty="0"/>
              <a:t>KNN with </a:t>
            </a:r>
            <a:r>
              <a:rPr lang="pl-PL" dirty="0" err="1"/>
              <a:t>vectorized</a:t>
            </a:r>
            <a:r>
              <a:rPr lang="pl-PL" dirty="0"/>
              <a:t> notes and </a:t>
            </a:r>
            <a:r>
              <a:rPr lang="pl-PL" dirty="0" err="1"/>
              <a:t>queries</a:t>
            </a:r>
            <a:r>
              <a:rPr lang="pl-PL" dirty="0"/>
              <a:t> </a:t>
            </a:r>
          </a:p>
          <a:p>
            <a:r>
              <a:rPr lang="pl-PL" dirty="0"/>
              <a:t>Good </a:t>
            </a:r>
            <a:r>
              <a:rPr lang="pl-PL" dirty="0" err="1"/>
              <a:t>looking</a:t>
            </a:r>
            <a:r>
              <a:rPr lang="pl-PL" dirty="0"/>
              <a:t> </a:t>
            </a:r>
            <a:r>
              <a:rPr lang="pl-PL" dirty="0" err="1"/>
              <a:t>templates</a:t>
            </a:r>
            <a:endParaRPr lang="pl-PL" dirty="0"/>
          </a:p>
          <a:p>
            <a:pPr lvl="1"/>
            <a:r>
              <a:rPr lang="pl-PL" dirty="0"/>
              <a:t>Multi-</a:t>
            </a:r>
            <a:r>
              <a:rPr lang="pl-PL" dirty="0" err="1"/>
              <a:t>sized</a:t>
            </a:r>
            <a:r>
              <a:rPr lang="pl-PL" dirty="0"/>
              <a:t> </a:t>
            </a:r>
            <a:r>
              <a:rPr lang="pl-PL" dirty="0" err="1"/>
              <a:t>components</a:t>
            </a:r>
            <a:r>
              <a:rPr lang="pl-PL" dirty="0"/>
              <a:t> with </a:t>
            </a:r>
            <a:r>
              <a:rPr lang="pl-PL" dirty="0" err="1"/>
              <a:t>reorganization</a:t>
            </a:r>
            <a:endParaRPr lang="pl-PL" dirty="0"/>
          </a:p>
          <a:p>
            <a:pPr lvl="1"/>
            <a:r>
              <a:rPr lang="pl-PL" dirty="0" err="1"/>
              <a:t>Potentially</a:t>
            </a:r>
            <a:r>
              <a:rPr lang="pl-PL" dirty="0"/>
              <a:t> </a:t>
            </a:r>
            <a:r>
              <a:rPr lang="pl-PL" dirty="0" err="1"/>
              <a:t>allow</a:t>
            </a:r>
            <a:r>
              <a:rPr lang="pl-PL" dirty="0"/>
              <a:t> for </a:t>
            </a:r>
            <a:r>
              <a:rPr lang="pl-PL" dirty="0" err="1"/>
              <a:t>dragging</a:t>
            </a:r>
            <a:r>
              <a:rPr lang="pl-PL" dirty="0"/>
              <a:t> </a:t>
            </a:r>
            <a:r>
              <a:rPr lang="pl-PL" dirty="0" err="1"/>
              <a:t>components</a:t>
            </a:r>
            <a:r>
              <a:rPr lang="pl-PL" dirty="0"/>
              <a:t> for </a:t>
            </a:r>
            <a:r>
              <a:rPr lang="pl-PL" dirty="0" err="1"/>
              <a:t>reordering</a:t>
            </a:r>
            <a:r>
              <a:rPr lang="pl-P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88126277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417</TotalTime>
  <Words>338</Words>
  <Application>Microsoft Office PowerPoint</Application>
  <PresentationFormat>Custom</PresentationFormat>
  <Paragraphs>75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Corbel</vt:lpstr>
      <vt:lpstr>Depth</vt:lpstr>
      <vt:lpstr>ThingSpace.ts</vt:lpstr>
      <vt:lpstr>High-level Idea</vt:lpstr>
      <vt:lpstr>Actors and Features</vt:lpstr>
      <vt:lpstr>Use Case Diagram</vt:lpstr>
      <vt:lpstr>High-level Design</vt:lpstr>
      <vt:lpstr>The main technical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Marek Gryszka</dc:creator>
  <cp:lastModifiedBy>Marek Gryszka</cp:lastModifiedBy>
  <cp:revision>34</cp:revision>
  <dcterms:created xsi:type="dcterms:W3CDTF">2025-09-20T02:13:34Z</dcterms:created>
  <dcterms:modified xsi:type="dcterms:W3CDTF">2025-11-26T02:44:13Z</dcterms:modified>
</cp:coreProperties>
</file>